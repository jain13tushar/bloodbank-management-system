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6" r:id="rId4"/>
    <p:sldId id="277" r:id="rId5"/>
    <p:sldId id="259" r:id="rId6"/>
    <p:sldId id="278" r:id="rId7"/>
    <p:sldId id="279" r:id="rId8"/>
    <p:sldId id="271" r:id="rId9"/>
    <p:sldId id="260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61C6592-5DA4-45C3-BD6C-98E98556135A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87566C-54D1-4444-AE0E-960B2863EDE5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ner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2316"/>
            <a:ext cx="9144000" cy="35533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AE568F-C19C-F907-0BD8-4AED3BC99AA4}"/>
              </a:ext>
            </a:extLst>
          </p:cNvPr>
          <p:cNvSpPr txBox="1"/>
          <p:nvPr/>
        </p:nvSpPr>
        <p:spPr>
          <a:xfrm>
            <a:off x="304800" y="762000"/>
            <a:ext cx="8915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/>
              <a:t>Blood Bank Management System</a:t>
            </a:r>
            <a:endParaRPr lang="en-IN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D7EFA-05B1-551D-6731-41AD36A3E27A}"/>
              </a:ext>
            </a:extLst>
          </p:cNvPr>
          <p:cNvSpPr txBox="1"/>
          <p:nvPr/>
        </p:nvSpPr>
        <p:spPr>
          <a:xfrm>
            <a:off x="304800" y="5326559"/>
            <a:ext cx="46654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b="1" dirty="0"/>
              <a:t>Presented By: </a:t>
            </a:r>
          </a:p>
          <a:p>
            <a:pPr algn="l"/>
            <a:r>
              <a:rPr lang="en-US" sz="4400" dirty="0">
                <a:latin typeface="+mj-lt"/>
              </a:rPr>
              <a:t>Richa Balupuri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344168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 Cases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419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Use Case 1: Donor Registration</a:t>
            </a:r>
            <a:endParaRPr lang="en-IN" b="1" dirty="0"/>
          </a:p>
          <a:p>
            <a:r>
              <a:rPr lang="en-US" b="1" dirty="0"/>
              <a:t>Description:</a:t>
            </a:r>
            <a:r>
              <a:rPr lang="en-US" dirty="0"/>
              <a:t> Registers new donors and saves demographic data.</a:t>
            </a:r>
            <a:endParaRPr lang="en-IN" dirty="0"/>
          </a:p>
          <a:p>
            <a:r>
              <a:rPr lang="en-US" b="1" dirty="0"/>
              <a:t>Fields:</a:t>
            </a:r>
            <a:r>
              <a:rPr lang="en-US" dirty="0"/>
              <a:t> - Name</a:t>
            </a:r>
            <a:r>
              <a:rPr lang="en-US" i="1" dirty="0"/>
              <a:t>, Gender</a:t>
            </a:r>
            <a:r>
              <a:rPr lang="en-US" dirty="0"/>
              <a:t>, DOB, Address, Phone</a:t>
            </a:r>
            <a:r>
              <a:rPr lang="en-US" i="1" dirty="0"/>
              <a:t>, Blood Group</a:t>
            </a:r>
            <a:r>
              <a:rPr lang="en-US" dirty="0"/>
              <a:t>, Email</a:t>
            </a:r>
            <a:endParaRPr lang="en-IN" dirty="0"/>
          </a:p>
          <a:p>
            <a:r>
              <a:rPr lang="en-US" b="1" dirty="0"/>
              <a:t>Validations:</a:t>
            </a:r>
            <a:r>
              <a:rPr lang="en-US" dirty="0"/>
              <a:t> - Required fields - Phone + email format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Use Case 2: Record Blood Donation</a:t>
            </a:r>
            <a:endParaRPr lang="en-IN" b="1" dirty="0"/>
          </a:p>
          <a:p>
            <a:r>
              <a:rPr lang="en-US" b="1" dirty="0"/>
              <a:t>Description:</a:t>
            </a:r>
            <a:r>
              <a:rPr lang="en-US" dirty="0"/>
              <a:t> Staff records donor donation.</a:t>
            </a:r>
            <a:endParaRPr lang="en-IN" dirty="0"/>
          </a:p>
          <a:p>
            <a:r>
              <a:rPr lang="en-US" b="1" dirty="0"/>
              <a:t>Fields:</a:t>
            </a:r>
            <a:r>
              <a:rPr lang="en-US" dirty="0"/>
              <a:t> - Donor ID - Date of Donation - Notes</a:t>
            </a:r>
            <a:endParaRPr lang="en-IN" dirty="0"/>
          </a:p>
          <a:p>
            <a:r>
              <a:rPr lang="en-US" b="1" dirty="0"/>
              <a:t>Validations:</a:t>
            </a:r>
            <a:r>
              <a:rPr lang="en-US" dirty="0"/>
              <a:t> - Donor must exist - Donor must be eligible</a:t>
            </a:r>
            <a:endParaRPr lang="en-IN" dirty="0"/>
          </a:p>
          <a:p>
            <a:r>
              <a:rPr lang="en-US" b="1" dirty="0"/>
              <a:t>Outcome:</a:t>
            </a:r>
            <a:r>
              <a:rPr lang="en-US" dirty="0"/>
              <a:t> Donation created and Inventory updated.</a:t>
            </a:r>
            <a:endParaRPr lang="en-IN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6B84A-6CB3-03F0-7E0A-34B89EBD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1B458-27AC-C312-336C-DDE727354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1344168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 Cases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63DA-12A1-84E7-6C94-EBD8B6DE3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362200"/>
            <a:ext cx="8229600" cy="2788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Use Case 3: Create Blood Unit (Automatic)</a:t>
            </a:r>
            <a:endParaRPr lang="en-IN" b="1" dirty="0"/>
          </a:p>
          <a:p>
            <a:r>
              <a:rPr lang="en-US" b="1" dirty="0"/>
              <a:t>Description:</a:t>
            </a:r>
            <a:r>
              <a:rPr lang="en-US" dirty="0"/>
              <a:t> Automatically triggered when a donation is recorded.</a:t>
            </a:r>
            <a:endParaRPr lang="en-IN" dirty="0"/>
          </a:p>
          <a:p>
            <a:r>
              <a:rPr lang="en-US" b="1" dirty="0"/>
              <a:t>Details:</a:t>
            </a:r>
            <a:r>
              <a:rPr lang="en-US" dirty="0"/>
              <a:t> - Creates blood unit with expiry and status. - Linked with donation.</a:t>
            </a:r>
          </a:p>
        </p:txBody>
      </p:sp>
    </p:spTree>
    <p:extLst>
      <p:ext uri="{BB962C8B-B14F-4D97-AF65-F5344CB8AC3E}">
        <p14:creationId xmlns:p14="http://schemas.microsoft.com/office/powerpoint/2010/main" val="3993430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C83FF-A881-1D60-D33F-2CDBF1B9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AD77-1307-41D7-7816-A7A1A241C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1344168"/>
            <a:ext cx="8229600" cy="5913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 Cases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1FF39-2403-0094-5A62-8273427B6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44168"/>
            <a:ext cx="8229600" cy="46756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Use Case 4: Hospital Blood Request</a:t>
            </a:r>
            <a:endParaRPr lang="en-IN" sz="2400" b="1" dirty="0"/>
          </a:p>
          <a:p>
            <a:r>
              <a:rPr lang="en-US" sz="2400" b="1" dirty="0"/>
              <a:t>Description:</a:t>
            </a:r>
            <a:r>
              <a:rPr lang="en-US" sz="2400" dirty="0"/>
              <a:t> Hospital requests blood units.</a:t>
            </a:r>
            <a:endParaRPr lang="en-IN" sz="2400" dirty="0"/>
          </a:p>
          <a:p>
            <a:r>
              <a:rPr lang="en-US" sz="2400" b="1" dirty="0"/>
              <a:t>Fields:</a:t>
            </a:r>
            <a:r>
              <a:rPr lang="en-US" sz="2400" dirty="0"/>
              <a:t> - Hospital ID - Blood Group - Units Required - Purpose/Patient Details</a:t>
            </a:r>
            <a:endParaRPr lang="en-IN" sz="2400" dirty="0"/>
          </a:p>
          <a:p>
            <a:r>
              <a:rPr lang="en-US" sz="2400" b="1" dirty="0"/>
              <a:t>Validation:</a:t>
            </a:r>
            <a:r>
              <a:rPr lang="en-US" sz="2400" dirty="0"/>
              <a:t> - Check availability - Avoid conflicts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b="1" dirty="0"/>
              <a:t>Use Case 5: Allocation &amp; Inventory Update</a:t>
            </a:r>
            <a:endParaRPr lang="en-IN" sz="2400" b="1" dirty="0"/>
          </a:p>
          <a:p>
            <a:r>
              <a:rPr lang="en-US" sz="2400" b="1" dirty="0"/>
              <a:t>Description:</a:t>
            </a:r>
            <a:r>
              <a:rPr lang="en-US" sz="2400" dirty="0"/>
              <a:t> Assign available units to requests.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b="1" dirty="0"/>
              <a:t>Use Case 6: View Blood Inventory</a:t>
            </a:r>
            <a:endParaRPr lang="en-IN" b="1" dirty="0"/>
          </a:p>
          <a:p>
            <a:r>
              <a:rPr lang="en-US" b="1" dirty="0"/>
              <a:t>Description:</a:t>
            </a:r>
            <a:r>
              <a:rPr lang="en-US" dirty="0"/>
              <a:t> View available/allocated/expired units.</a:t>
            </a:r>
            <a:endParaRPr lang="en-IN" dirty="0"/>
          </a:p>
          <a:p>
            <a:r>
              <a:rPr lang="en-US" b="1" dirty="0"/>
              <a:t>Filters:</a:t>
            </a:r>
            <a:r>
              <a:rPr lang="en-US" dirty="0"/>
              <a:t> - Blood Group - Status</a:t>
            </a:r>
            <a:endParaRPr lang="en-IN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4477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Architecture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Donor Registration</a:t>
            </a:r>
            <a:endParaRPr lang="en-IN" b="1" dirty="0"/>
          </a:p>
          <a:p>
            <a:r>
              <a:rPr lang="en-US" b="1" dirty="0"/>
              <a:t>Action</a:t>
            </a:r>
            <a:r>
              <a:rPr lang="en-US" dirty="0"/>
              <a:t>: Donor fills in registration form.</a:t>
            </a:r>
            <a:endParaRPr lang="en-IN" dirty="0"/>
          </a:p>
          <a:p>
            <a:r>
              <a:rPr lang="en-US" b="1" dirty="0"/>
              <a:t>Details:</a:t>
            </a:r>
            <a:r>
              <a:rPr lang="en-US" dirty="0"/>
              <a:t> - First Name</a:t>
            </a:r>
            <a:r>
              <a:rPr lang="en-US" i="1" dirty="0"/>
              <a:t>, Last Name</a:t>
            </a:r>
            <a:r>
              <a:rPr lang="en-US" dirty="0"/>
              <a:t> - Gender</a:t>
            </a:r>
            <a:r>
              <a:rPr lang="en-US" i="1" dirty="0"/>
              <a:t> - Date of Birth - Address - Contact Number</a:t>
            </a:r>
            <a:r>
              <a:rPr lang="en-US" dirty="0"/>
              <a:t> - Blood Group* - Email</a:t>
            </a:r>
            <a:endParaRPr lang="en-IN" dirty="0"/>
          </a:p>
          <a:p>
            <a:r>
              <a:rPr lang="en-US" b="1" dirty="0"/>
              <a:t>Validation:</a:t>
            </a:r>
            <a:r>
              <a:rPr lang="en-US" dirty="0"/>
              <a:t> - Mandatory fields must be filled. - Real-time validation for formats (phone, date, email).</a:t>
            </a:r>
            <a:endParaRPr lang="en-IN" dirty="0"/>
          </a:p>
          <a:p>
            <a:r>
              <a:rPr lang="en-US" b="1" dirty="0"/>
              <a:t>Outcome:</a:t>
            </a:r>
            <a:r>
              <a:rPr lang="en-US" dirty="0"/>
              <a:t> - Unique Donor ID generated. - Donor details stored in Donor Service database.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Donor Demographic Management</a:t>
            </a:r>
            <a:endParaRPr lang="en-IN" b="1" dirty="0"/>
          </a:p>
          <a:p>
            <a:r>
              <a:rPr lang="en-US" b="1" dirty="0"/>
              <a:t>Action:</a:t>
            </a:r>
            <a:r>
              <a:rPr lang="en-US" dirty="0"/>
              <a:t> Donor updates or verifies personal information.</a:t>
            </a:r>
            <a:endParaRPr lang="en-IN" dirty="0"/>
          </a:p>
          <a:p>
            <a:r>
              <a:rPr lang="en-US" b="1" dirty="0"/>
              <a:t>Details:</a:t>
            </a:r>
            <a:r>
              <a:rPr lang="en-US" dirty="0"/>
              <a:t> - Update contact details. - View donation history. - Check eligibility (auto-calculated: 90-day gap rule).</a:t>
            </a:r>
            <a:endParaRPr lang="en-IN" dirty="0"/>
          </a:p>
          <a:p>
            <a:r>
              <a:rPr lang="en-US" b="1" dirty="0"/>
              <a:t>Outcome:</a:t>
            </a:r>
            <a:r>
              <a:rPr lang="en-US" dirty="0"/>
              <a:t> - Updated donor profile linked to Donor ID.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D681F-85CA-02AD-080E-2DC90472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C1EC-EA43-D6EA-6C63-26CFABEF3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Architecture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65275-FF9B-06C7-6D1F-17232BE04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Blood Donation Recording</a:t>
            </a:r>
            <a:endParaRPr lang="en-IN" b="1" dirty="0"/>
          </a:p>
          <a:p>
            <a:r>
              <a:rPr lang="en-US" b="1" dirty="0"/>
              <a:t>Action:</a:t>
            </a:r>
            <a:r>
              <a:rPr lang="en-US" dirty="0"/>
              <a:t> Staff records a blood donation from a donor.</a:t>
            </a:r>
            <a:endParaRPr lang="en-IN" dirty="0"/>
          </a:p>
          <a:p>
            <a:r>
              <a:rPr lang="en-US" b="1" dirty="0"/>
              <a:t>Details:</a:t>
            </a:r>
            <a:r>
              <a:rPr lang="en-US" dirty="0"/>
              <a:t> - Enter Donor ID. - Record collected date. - Add notes if needed. - Validate donor via REST call to Donor Service.</a:t>
            </a:r>
            <a:endParaRPr lang="en-IN" dirty="0"/>
          </a:p>
          <a:p>
            <a:r>
              <a:rPr lang="en-US" b="1" dirty="0"/>
              <a:t>Validation:</a:t>
            </a:r>
            <a:r>
              <a:rPr lang="en-US" dirty="0"/>
              <a:t> - Donor must be eligible. - Donor must exist.</a:t>
            </a:r>
          </a:p>
          <a:p>
            <a:r>
              <a:rPr lang="en-US" b="1" dirty="0"/>
              <a:t>Outcome:</a:t>
            </a:r>
            <a:r>
              <a:rPr lang="en-US" dirty="0"/>
              <a:t> - Donation entry created. - Donation Service sends details to Inventory Service to create a blood unit.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Blood Unit Creation in Inventory</a:t>
            </a:r>
            <a:endParaRPr lang="en-IN" b="1" dirty="0"/>
          </a:p>
          <a:p>
            <a:r>
              <a:rPr lang="en-US" b="1" dirty="0"/>
              <a:t>Action:</a:t>
            </a:r>
            <a:r>
              <a:rPr lang="en-US" dirty="0"/>
              <a:t> Inventory Service receives donation info.</a:t>
            </a:r>
            <a:endParaRPr lang="en-IN" dirty="0"/>
          </a:p>
          <a:p>
            <a:r>
              <a:rPr lang="en-US" b="1" dirty="0"/>
              <a:t>Details:</a:t>
            </a:r>
            <a:r>
              <a:rPr lang="en-US" dirty="0"/>
              <a:t> - Create a new blood unit. - Set expiry date (42 days). - Status = AVAILABLE. - Link to donor ID &amp; donation ID.</a:t>
            </a:r>
            <a:endParaRPr lang="en-IN" dirty="0"/>
          </a:p>
          <a:p>
            <a:r>
              <a:rPr lang="en-US" b="1" dirty="0"/>
              <a:t>Outcome:</a:t>
            </a:r>
            <a:r>
              <a:rPr lang="en-US" dirty="0"/>
              <a:t> - Blood unit stored in inventory.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411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2DCD9-9C65-17BD-3863-1FAA9F5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B9B0-E98E-FC9D-C6EB-C14346C98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Architecture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59621-C27A-E2D7-7632-65DBCE291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Blood Request Placement (Hospital)</a:t>
            </a:r>
            <a:endParaRPr lang="en-IN" b="1" dirty="0"/>
          </a:p>
          <a:p>
            <a:r>
              <a:rPr lang="en-US" b="1" dirty="0"/>
              <a:t>Action:</a:t>
            </a:r>
            <a:r>
              <a:rPr lang="en-US" dirty="0"/>
              <a:t> Hospital user requests blood.</a:t>
            </a:r>
            <a:endParaRPr lang="en-IN" dirty="0"/>
          </a:p>
          <a:p>
            <a:r>
              <a:rPr lang="en-US" b="1" dirty="0"/>
              <a:t>Details:</a:t>
            </a:r>
            <a:r>
              <a:rPr lang="en-US" dirty="0"/>
              <a:t> - Select blood group. - Enter units needed. - Provide patient info.</a:t>
            </a:r>
            <a:endParaRPr lang="en-IN" dirty="0"/>
          </a:p>
          <a:p>
            <a:r>
              <a:rPr lang="en-US" b="1" dirty="0"/>
              <a:t>Validation:</a:t>
            </a:r>
            <a:r>
              <a:rPr lang="en-US" dirty="0"/>
              <a:t> - Check availability.</a:t>
            </a:r>
            <a:endParaRPr lang="en-IN" dirty="0"/>
          </a:p>
          <a:p>
            <a:r>
              <a:rPr lang="en-US" b="1" dirty="0"/>
              <a:t>Outcome:</a:t>
            </a:r>
            <a:r>
              <a:rPr lang="en-US" dirty="0"/>
              <a:t> - Request stored. - Units allocated from inventory. - Inventory Service updates unit status → ALLOCATED.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Unit Allocation &amp; Delivery</a:t>
            </a:r>
            <a:endParaRPr lang="en-IN" b="1" dirty="0"/>
          </a:p>
          <a:p>
            <a:r>
              <a:rPr lang="en-US" b="1" dirty="0"/>
              <a:t>Action:</a:t>
            </a:r>
            <a:r>
              <a:rPr lang="en-US" dirty="0"/>
              <a:t> Blood bank staff approves and processes request.</a:t>
            </a:r>
            <a:endParaRPr lang="en-IN" dirty="0"/>
          </a:p>
          <a:p>
            <a:r>
              <a:rPr lang="en-US" b="1" dirty="0"/>
              <a:t>Outcome:</a:t>
            </a:r>
            <a:r>
              <a:rPr lang="en-US" dirty="0"/>
              <a:t> - Units handed over to hospital. - Status updated.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15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Architecture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sequenc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253" y="1935163"/>
            <a:ext cx="4411494" cy="4389437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Solution Approach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lvl="0"/>
            <a:r>
              <a:rPr lang="en-US" dirty="0"/>
              <a:t>The people in need of blood can search for the donors by giving their blood group and city name.</a:t>
            </a:r>
          </a:p>
          <a:p>
            <a:pPr lvl="0"/>
            <a:r>
              <a:rPr lang="en-US" dirty="0"/>
              <a:t>It is very flexible and user friendly.</a:t>
            </a:r>
          </a:p>
          <a:p>
            <a:pPr lvl="0"/>
            <a:r>
              <a:rPr lang="en-US" dirty="0"/>
              <a:t>The person’s time and work is reduced very much which prevails in the present system.</a:t>
            </a:r>
          </a:p>
          <a:p>
            <a:pPr lvl="0"/>
            <a:r>
              <a:rPr lang="en-US" dirty="0"/>
              <a:t>Easy and Helpful.</a:t>
            </a:r>
          </a:p>
          <a:p>
            <a:pPr lvl="0"/>
            <a:r>
              <a:rPr lang="en-US" dirty="0"/>
              <a:t>The people are not limited to receive or provide services in working hours of the branch only; he is serviced 24 hours a day, 7 days of week and 365 days of the year.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73FAE5-3B23-01CC-A698-95E212A4F919}"/>
              </a:ext>
            </a:extLst>
          </p:cNvPr>
          <p:cNvSpPr txBox="1"/>
          <p:nvPr/>
        </p:nvSpPr>
        <p:spPr>
          <a:xfrm>
            <a:off x="2438400" y="3429000"/>
            <a:ext cx="41035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84</TotalTime>
  <Words>648</Words>
  <Application>Microsoft Office PowerPoint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Constantia</vt:lpstr>
      <vt:lpstr>Wingdings 2</vt:lpstr>
      <vt:lpstr>Flow</vt:lpstr>
      <vt:lpstr>PowerPoint Presentation</vt:lpstr>
      <vt:lpstr>Use Cases </vt:lpstr>
      <vt:lpstr>Use Cases </vt:lpstr>
      <vt:lpstr>Use Cases </vt:lpstr>
      <vt:lpstr>Architecture </vt:lpstr>
      <vt:lpstr>Architecture </vt:lpstr>
      <vt:lpstr>Architecture </vt:lpstr>
      <vt:lpstr>Architecture </vt:lpstr>
      <vt:lpstr>Solution Approach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Bank Management System</dc:title>
  <dc:creator>User</dc:creator>
  <cp:lastModifiedBy>Tushar Jain</cp:lastModifiedBy>
  <cp:revision>51</cp:revision>
  <dcterms:created xsi:type="dcterms:W3CDTF">2019-07-05T01:52:19Z</dcterms:created>
  <dcterms:modified xsi:type="dcterms:W3CDTF">2026-02-09T05:43:45Z</dcterms:modified>
</cp:coreProperties>
</file>